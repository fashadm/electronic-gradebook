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introduces the Grade Book Project, a Java-based electronic gradebook system designed for academic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explains the purpose and core functionality of the Grade Book Project, highlighting its role as a digital solution for managing student grades.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images show the login screen of the application. Users authenticate as either teachers or students before accessing their respective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highlights the teacher dashboard. Teachers can view student records, add assignments, update grades, and automatically recalculate student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screenshots show the Java source code behind the application. They demonstrate the use of JavaFX, object-oriented design, event handling, and data structures to manage student grade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timeline outlines the development phases of the Grade Book Project, ending with final submission and presentation on February 3,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latin typeface="Times New Roman"/>
              </a:rPr>
              <a:t>Grade Book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 b="0">
                <a:latin typeface="Times New Roman"/>
              </a:rPr>
              <a:t>Electronic Gradebook System</a:t>
            </a:r>
          </a:p>
          <a:p>
            <a:r>
              <a:rPr sz="2000" b="0">
                <a:latin typeface="Times New Roman"/>
              </a:rPr>
              <a:t>Technology 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Times New Roman"/>
              </a:rPr>
              <a:t>• JavaFX-based electronic gradebook application</a:t>
            </a:r>
          </a:p>
          <a:p>
            <a:r>
              <a:rPr sz="1800" b="0">
                <a:latin typeface="Times New Roman"/>
              </a:rPr>
              <a:t>• Supports teacher and student logins</a:t>
            </a:r>
          </a:p>
          <a:p>
            <a:r>
              <a:rPr sz="1800" b="0">
                <a:latin typeface="Times New Roman"/>
              </a:rPr>
              <a:t>• Allows grade entry, calculation, and display</a:t>
            </a:r>
          </a:p>
          <a:p>
            <a:r>
              <a:rPr sz="1800" b="0">
                <a:latin typeface="Times New Roman"/>
              </a:rPr>
              <a:t>• Designed for usability and academic record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Times New Roman"/>
              </a:rPr>
              <a:t>Login Interface</a:t>
            </a:r>
          </a:p>
        </p:txBody>
      </p:sp>
      <p:pic>
        <p:nvPicPr>
          <p:cNvPr id="4" name="Picture 3" descr="cc720d19-217e-4254-8a11-6a31e68c9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3657600" cy="3143250"/>
          </a:xfrm>
          <a:prstGeom prst="rect">
            <a:avLst/>
          </a:prstGeom>
        </p:spPr>
      </p:pic>
      <p:pic>
        <p:nvPicPr>
          <p:cNvPr id="5" name="Picture 4" descr="81515d5d-8833-4587-b4e1-da42a9d9c5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657600" cy="3287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Times New Roman"/>
              </a:rPr>
              <a:t>Teacher Dashboard &amp; Grade Management</a:t>
            </a:r>
          </a:p>
        </p:txBody>
      </p:sp>
      <p:pic>
        <p:nvPicPr>
          <p:cNvPr id="4" name="Picture 3" descr="290dc1c2-760f-430e-bc8f-578ded98bc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3657600" cy="4864813"/>
          </a:xfrm>
          <a:prstGeom prst="rect">
            <a:avLst/>
          </a:prstGeom>
        </p:spPr>
      </p:pic>
      <p:pic>
        <p:nvPicPr>
          <p:cNvPr id="5" name="Picture 4" descr="8953cae6-8c54-4d14-80a1-db3f6455be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3657600" cy="3368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Times New Roman"/>
              </a:rPr>
              <a:t>Code Implementation</a:t>
            </a:r>
          </a:p>
        </p:txBody>
      </p:sp>
      <p:pic>
        <p:nvPicPr>
          <p:cNvPr id="4" name="Picture 3" descr="df1cb179-36c3-4a0e-932f-ad924079f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789947"/>
          </a:xfrm>
          <a:prstGeom prst="rect">
            <a:avLst/>
          </a:prstGeom>
        </p:spPr>
      </p:pic>
      <p:pic>
        <p:nvPicPr>
          <p:cNvPr id="5" name="Picture 4" descr="9b10365b-41a9-4c53-8458-b7d2133d69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97280"/>
            <a:ext cx="4114800" cy="3789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b="0">
                <a:latin typeface="Times New Roman"/>
              </a:rPr>
              <a:t>• Planning &amp; Design: October – November 2025</a:t>
            </a:r>
          </a:p>
          <a:p>
            <a:r>
              <a:rPr sz="1800" b="0">
                <a:latin typeface="Times New Roman"/>
              </a:rPr>
              <a:t>• Initial JavaFX UI Development: November 2025</a:t>
            </a:r>
          </a:p>
          <a:p>
            <a:r>
              <a:rPr sz="1800" b="0">
                <a:latin typeface="Times New Roman"/>
              </a:rPr>
              <a:t>• Core Logic &amp; Data Structures: December 2025</a:t>
            </a:r>
          </a:p>
          <a:p>
            <a:r>
              <a:rPr sz="1800" b="0">
                <a:latin typeface="Times New Roman"/>
              </a:rPr>
              <a:t>• Testing &amp; Refinement: January 2026</a:t>
            </a:r>
          </a:p>
          <a:p>
            <a:r>
              <a:rPr sz="1800" b="0">
                <a:latin typeface="Times New Roman"/>
              </a:rPr>
              <a:t>• Final Submission &amp; Presentation: February 3,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